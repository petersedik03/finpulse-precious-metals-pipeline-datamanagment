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FinPulse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 Intelligence per il Trading di Metalli Preziosi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27432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— Report di Progetto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Emad Sami Sedik  •  Matricola: 944958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Milano-Bicocca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Accademico 2025/2026 — Marzo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52728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52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 e Domande di Ricerca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655064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5910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 Metodi di Acquisizione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9933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Software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3957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 e Valutazione della Qualità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2862072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7980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e Arricchimento dei Dati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264408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 Interrogazioni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666744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6027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 Risultati (RQ1, RQ2, RQ3)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40050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 AI e Lezioni Tecniche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4471416"/>
            <a:ext cx="256032" cy="2560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44074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e Sviluppi Futuri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 di Ricerca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73152" cy="10515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188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Sentiment-Prezzo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sentiment delle news finanziarie presenta una correlazione misurabile con i movimenti del prezzo dell'oro nelle 24 ore successive?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331720"/>
            <a:ext cx="73152" cy="10515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23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423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 dei Dati Finanziari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dimensioni di data quality sono più critiche quando si lavora con dati finanziari near-real-time, e come l'integrazione influisce sulla qualità complessiva?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566160"/>
            <a:ext cx="73152" cy="105156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dei Segnali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L'integrazione di dati di prezzo, punteggi di sentiment e indicatori tecnici produce segnali di trading più affidabili rispetto all'uso dei soli indicatori tecnici?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e Acquisizione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94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3794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1: Prezzi Finanziari (API)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Libreria Python yfinance (API Yahoo Finance)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asset: Oro, Argento, DXY, S&amp;P 500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Finestra di 2 anni: 28/03/2024 → 27/03/2026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Granularità giornaliera OHLCV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2.014 documenti in MongoDB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composto univoco (asset, date)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3794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3794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2: Titoli News (Web Scraping)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per scraping feed RSS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RSS: 100 titoli/esecuzione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Investing.com RSS: 10 titoli/esecuzione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Reuters: HTTP 401 → escluso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documenti unici da 47 publisher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univoco su (title, source)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 Dati di Prezzo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965960"/>
                <a:gridCol w="1965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Oro (GC=F)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$2.190,60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$5.318,40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Argento (SI=F)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$115,08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109,96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4.967,23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6.978,60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Software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 — Orchestrazione Docker Compose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46304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Acquisizione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yfinance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Scraping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94560" y="1371600"/>
            <a:ext cx="146304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Completezza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Accuratezza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Consistenza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931920" y="1371600"/>
            <a:ext cx="146304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Tecnici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Neo4j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9496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9280" y="1371600"/>
            <a:ext cx="146304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MongoDB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Neo4j Cypher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13232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406640" y="1371600"/>
            <a:ext cx="146304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RQ1, RQ2, RQ3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Statistici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Infrastrutturale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3017520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JupyterLab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2990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di sviluppo interattivo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401568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3374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06040" y="33741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store — coll. raw, integrate, metadati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785616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3758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5 Community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06040" y="3758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 grafo — rete correlazione, catene temporali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169664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4142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06040" y="4142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 (disponibile per streaming)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4553712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4526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06040" y="4526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Orchestrazione pipeline, analisi, visualizzazione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Librerie Python Principali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846320" y="3017520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2990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346704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319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3675888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3648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4005072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8" name="Text 46"/>
          <p:cNvSpPr/>
          <p:nvPr/>
        </p:nvSpPr>
        <p:spPr>
          <a:xfrm>
            <a:off x="516636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py2neo / neo4j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4334256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0" name="Text 48"/>
          <p:cNvSpPr/>
          <p:nvPr/>
        </p:nvSpPr>
        <p:spPr>
          <a:xfrm>
            <a:off x="5166360" y="4306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+ TextBlob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46320" y="4663440"/>
            <a:ext cx="201168" cy="20116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52" name="Text 50"/>
          <p:cNvSpPr/>
          <p:nvPr/>
        </p:nvSpPr>
        <p:spPr>
          <a:xfrm>
            <a:off x="5166360" y="4636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scipy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Profiling e Qualità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96,4%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Temporale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504/523 giorni attesi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10515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5,57%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974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Oro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28/503 rendimenti giornalieri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8,35%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Argento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Volatilità più alta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051560"/>
            <a:ext cx="1828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 News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publisher distinti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2423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 di Qualità Pre-Integrazione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78638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463040"/>
                <a:gridCol w="1280160"/>
                <a:gridCol w="146304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Completezza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Accuratezza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Complessivo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Prezzi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issue di qualità identificati e registrati in MongoDB: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37947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DXY = 0 (atteso per dati indiciali)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nei rendimenti Oro/Argento/S&amp;P 500 (mantenuti — eventi legittimi)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date di pubblicazione null nelle news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Integrazione e Arricchimento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Arricchimento Sentiment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(primario) + TextBlob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titoli analizzati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44,2% neutro, 28,2% neg, 27,6% pos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Cross-validazione: r = 0,29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51560"/>
            <a:ext cx="2651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78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 Tecnici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indicatori per asset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SMA/EMA (7,21), RSI-14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 di Bollinger (%B)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Volatilità rolling (7,21 giorni)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651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078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Temporale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sulla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Allineamento Prezzo + Sentiment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has_news per copertura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2.014 documenti integrati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Misurazione Errori di Integrazione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8620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  <a:gridCol w="21031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Dimensione Errore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Gravità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Copertura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15,2% dei giorni ha news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non matchati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news in giorni non di trading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Granularità temporale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giorni con news multiple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8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post-integrazione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col., max RSI-14 all'1,1%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Modello a Grafo Neo4j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585 nodi  •  1.090 relazioni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Nodi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20116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Conteggio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Proprietà Principali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close, rsi_14, sma_21...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sentiment_mean, label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Relazioni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08760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15544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HAS_TRADING_DAY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Asset→TradingDay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NEXT_DAY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Catena temporale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HAS_SENTIMENT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Day→Sentiment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CORRELATES_WITH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Asset↔Asset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di Correlazione tra Asset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33756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 ↔ Argento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92608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+0,9233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7724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 ↔ S&amp;P 500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92608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+0,8778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" y="434340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343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Argento ↔ S&amp;P 500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92608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+0,7877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846320" y="333756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98348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↔ Oro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132320" y="3337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-0,7283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846320" y="384048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98348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↔ S&amp;P 500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13232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-0,6213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846320" y="434340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983480" y="4343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↔ Argento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132320" y="43434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-0,5810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Qualità: Pre vs. Post Integrazione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Completezza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Accuratezza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Complessivo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(Prezzi)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(Integrato)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∆ (Post − Pre)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+2,74%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qualità complessiva è migliorata di +0,88 pp dopo l'integrazione. La completezza è diminuita marginalmente per il warm-up dell'RSI-14; l'accuratezza è migliorata perché i campi arricchiti hanno superato il 100% nella validazione dei vincoli di dominio.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e Query — MongoDB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collection  •  7 aggregation pipeline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474720"/>
                <a:gridCol w="3474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Operatori Chiave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Statistiche mensili dei prezzi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$group, $sort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Rilevamento divergenza sent.-prezzo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$cond, $or, $match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Classificazione regime di volatilità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$bucket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 comparativa Oro vs. Argento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$facet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Segnali RSI ipercomprato/ipervenduto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$addFields, $match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Distribuzione sentiment + dev. 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$group, $stdDevPop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Prezzo Medio Ponderato per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$group, $divide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65760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3657600"/>
            <a:ext cx="73152" cy="10972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MQ2 — Risultato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giorni di divergenza sentiment-prezzo dove sentiment e prezzo si sono mossi in direzioni opposte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3657600"/>
            <a:ext cx="3794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3657600"/>
            <a:ext cx="73152" cy="109728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MQ5 — Risultato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83480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giorni con RSI estremo: 126 ipercomprato, 12 ipervenduto — riflettendo il forte trend rialzista dell'oro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e Query — Neo4j Cypher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474720"/>
                <a:gridCol w="3474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Ipercomprato + sentiment negativo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 consecutivo del 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 NEXT_DAY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Aggregazione settimanale OHLCV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reduce() su catena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Esplorazione rete di correlazione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CORRELATES_WITH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Finestre 3 giorni alto 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 multi-hop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Statistiche del grafo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Introspezione schema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recupero dopo cali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 condizionale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42900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Performance Cross-Database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MongoDB: 0,009s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02920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8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Neo4j: 0,439s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eccelle nell'aggregazione piatta; Neo4j brilla nei pattern di traversal relazionale (catene temporali, finestre multi-hop).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 — Correlazione Sentiment-Prezzo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Significativo?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(same-day)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-0,1916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(same-day)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-0,1997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(lagged t+1)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-0,0611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per Regime — Pattern Contrarian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560320"/>
            <a:ext cx="25603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+0,28%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54,2% positivi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25603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2560320"/>
            <a:ext cx="2560320" cy="54864"/>
          </a:xfrm>
          <a:prstGeom prst="rect">
            <a:avLst/>
          </a:prstGeom>
          <a:solidFill>
            <a:srgbClr val="5A6478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+0,46%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7472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57,1% positivi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09360" y="256032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9360" y="2560320"/>
            <a:ext cx="2560320" cy="54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0936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-1,10%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30936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40,0% positivi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Kruskal-Wallis: H=5,55, p=0,0625 — non raggiunge la significatività a α=0,05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4251960"/>
            <a:ext cx="786384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2976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Conclusione: Debole correlazione negativa (r ≈ -0,19), non statisticamente significativa con N=77. La copertura limitata del sentiment (15,3%) vincola la potenza statistica.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 — Dimensioni di Qualità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Sentiment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15,3%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0" y="1097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Accuratezza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95,8%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Tempestività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96,7%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Completezza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99,9%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0" y="3154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Consistenza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100,0%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6451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copertura del sentiment è la dimensione più critica — una limitazione strutturale dell'acquisizione gratuita basata su RSS, non un difetto di qualità.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 — Confronto dei Segnali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914400"/>
                <a:gridCol w="2377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Segnali BUY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Rend. Cumulat.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&amp; 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+98,38%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Tecnico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Integrato (conferma)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Integrato (boosted)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292608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2926080"/>
            <a:ext cx="73152" cy="16459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017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+98,38%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Buy &amp; Hold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forti trend secolari, i filtri tecnici e basati sul sentiment possono in realtà danneggiare i rendimenti tenendo l'investitore fuori dal mercato.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2926080"/>
            <a:ext cx="3794760" cy="1645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Chiave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92040" y="33832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condizione RSI &lt; 40 si è attivata solo una volta in 2 anni perché l'oro era in un trend rialzista sostenuto. La strategia integrata (conferma) ha generato zero segnali — troppo restrittiva in queste condizioni.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dell'integrazione è condizionato dal regime di mercato e dalla disponibilità dei dati.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Strumenti AI e Metodologia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73152" cy="347472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(Anthropic) — Partner di Sviluppo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progetto è stato sviluppato con l'assistenza di Claude AI, come consentito dalle linee guida del corso. Claude è stato utilizzato come partner collaborativo di sviluppo in tutte le fasi del progetto: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7406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Progettazione architettura: Pianificazione dell'approccio polyglot persistence, configurazione Docker Compose e struttura della pipeline dei notebook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codice: Scrittura e debug del codice Python per acquisizione dati, analisi del sentiment, indicatori tecnici, integrazione MongoDB/Neo4j e test statistici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fixing: Identificazione e correzione di problemi (compatibilità tipi py2neo, mascheramento sentiment con fillna(0), rilevamento dinamico dei campi)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dati: Interpretazione dei risultati statistici, validazione delle conclusioni delle domande di ricerca con dati reali estratti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Documentazione: Generazione del report (PDF) e della presentazione (PPTX) utilizzando solo dati verificati dalla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risultati, numeri e conclusioni in questo report derivano da dati reali estratti dalla pipeline — nessun numero inventato.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Lezioni Tecniche Apprese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73152" cy="685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Compatibilità Tipi py2neo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driver Neo4j rifiutano numpy.float64/int64. È necessario il casting esplicito a float()/int() nativi Python prima di passare valori come proprietà dei nodi.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10512"/>
            <a:ext cx="73152" cy="685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5623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Trappola del Mascheramento Sentiment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08483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L'uso di fillna(0) sui dati di sentiment maschera i valori NaN e gonfia le metriche di copertura. La copertura reale deve filtrare per le righe dove esistono news effettive (has_news == True).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15184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615184"/>
            <a:ext cx="73152" cy="685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60904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Rilevamento Dinamico dei Campi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88950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L'hardcoding dei nomi degli asset o dei path dei campi causa fallimenti silenziosi. Il rilevamento runtime tramite distinct() e query MATCH è più robusto.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419856"/>
            <a:ext cx="73152" cy="685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65576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Posizionamento %pip install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69417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L'installazione dei pacchetti deve essere in una cella separata eseguita prima della cella di import, altrimenti i pacchetti appena installati non saranno disponibili.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224528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224528"/>
            <a:ext cx="73152" cy="685800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70248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di Realismo dei Dati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49884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buy-and-hold ha superato significativamente i segnali tecnici grazie al trend rialzista sostenuto dell'oro — un insight reale significativo, non solo un risultato accademico.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Conclusioni e Sviluppi Futuri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94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3794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33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Principali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Debole correlazione sentiment-prezzo (r ≈ -0,19), non statisticamente significativa con N=77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copertura sentiment (15,3%) è la dimensione di qualità più critica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buy &amp; hold (+98%) ha superato tutte le strategie attive durante il trend rialzista osservato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 efficace: MongoDB per aggregazione, Neo4j per traversal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794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37947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33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Sviluppi Futuri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news premium (Bloomberg, Refinitiv) per migliore copertura sentiment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per analisi sentiment specifica per il dominio finanziario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streaming per pipeline di ingestione in tempo reale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Arricchimento spaziale con dati di eventi geopolitici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asset estesa (platino, palladio)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Limitazioni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news limitata a ~10 mesi (retention RSS)  •  VADER potrebbe non catturare le sfumature finanziarie  •  Analisi focalizzata solo sull'oro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Grazie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27432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e Discussione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Emad Sami Sedik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Matricola: 944958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Milano-Bicocca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FinPulse — Pipeline di Intelligence per il Trading di Metalli Preziosi</dc:title>
  <dc:subject>PptxGenJS Presentation</dc:subject>
  <dc:creator>Peter Emad Sami Sedik</dc:creator>
  <cp:lastModifiedBy>Peter Emad Sami Sedik</cp:lastModifiedBy>
  <cp:revision>1</cp:revision>
  <dcterms:created xsi:type="dcterms:W3CDTF">2026-03-29T14:41:23Z</dcterms:created>
  <dcterms:modified xsi:type="dcterms:W3CDTF">2026-03-29T14:41:23Z</dcterms:modified>
</cp:coreProperties>
</file>